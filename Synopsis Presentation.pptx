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CBC9-44DF-ECDB-17BB-BC9A66560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08A36-A959-C39D-9862-38F5C2FF5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748C1-311A-3C2F-FF61-F0851646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0DB8-E844-E563-5244-CC5C11B6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37E35-C445-37D8-4390-19CD767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1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5689-36AE-BEC8-79B5-3D105E18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5DA5-2864-3316-A972-F3895A6B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5548E-CBB6-7CEB-DC6F-3D8B88B1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4BC9-3C22-0ACC-F5D0-1AE6575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FB90-564E-2D07-C1CD-5553800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3C0D-731B-263F-9F57-86935E3A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90031-E56C-437E-5964-728DC745A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B0DB-A557-E5B2-405C-A5F2985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23D8-D372-0D84-A2D5-3EEEE615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636D-F0FF-3567-A68E-A74072CD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42B0-556F-08DB-AC87-902D1C52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14-A934-CA0A-E156-E63B38572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B5EA-1EED-F4A8-4DBF-5E8EC914A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A922-1FD6-0A7D-775C-C55D4629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421D-865A-20A8-DC0A-DA15E4D2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2AC07-B81D-B534-5979-5C4F942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8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1670-3DA8-038D-EBC2-E94615E2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9E6C5-8292-BED2-D301-B4CA8FDA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0C16E-70CF-EF86-C9CF-110B16D59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052C-3617-4B91-7190-75164900A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3A882-1930-E1D8-9F58-ECB5C7AF4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A3D16-A731-B2E2-C2D6-6F18D583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ECE7F-5D61-69E0-A21E-56ED3564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19D47-5176-81C2-B052-C19530D7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6FE1-08CA-FE3C-5D96-DA0BC2A0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E5D59-FAA9-8F31-A9DE-41EF62F4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9A12-D421-2E5C-F68F-972BFE65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1794-04A5-9B4C-6387-41AF0A16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1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C02C6-840E-0DCB-3119-179F9847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75AAC-63E4-EF22-384C-64272E3A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9C85D-3AAD-CCA8-204B-64780031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8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CA6D-63D8-C092-0BAF-562B2D59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3104-5EC5-B9AB-BBD3-AF216472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42D57-5F12-F5FF-CDDF-1B2CA3101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CF773-AFCC-A30C-BE56-BF26A9ED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2A64-88C8-FF56-DCB0-82234BE2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BEF1D-21CC-50BB-34B0-8CF89E6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4F17-B457-059F-510F-07CD3522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12430-3DFC-FDB0-01ED-FEE2BDDF1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9236E-424D-227D-57A2-4762E45C0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87F24-603C-9864-FD9A-33329FF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A4278-5C43-7178-DB16-9A10D2CA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4212-9431-E824-6CFC-5F83966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1585-D7A8-0E10-DE54-D91F0B90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18450-B7CE-7C93-2104-1D7DF1CAB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2EC5-B675-BDFE-237C-EE4E86F7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C380-7B1B-E265-C520-BB504698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AF144-9C06-46CB-C135-C80B5477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5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6C0EF-4125-7139-D265-C62C3D51F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9550C-BF20-F188-D0FB-73900EB0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0054-110A-DC8B-1061-C5CE70EA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5FCC-8AFC-A5F6-CA6D-D2AE2669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608C-45ED-2D7A-4A07-CA737E0D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4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D41F3-3695-A63F-0D83-0ACD59F5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4565B-72EB-02AE-FDC8-40B9FC818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0BCCA-DEF6-F76F-BB42-A7DCAAF47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14459-7212-4B7D-85E0-4CB880D37EC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50F9-1723-3D61-0CCD-5591678F1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26F8-64DC-AA7A-59F5-91C13FA1B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1419" y="1602403"/>
            <a:ext cx="37651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en-US" sz="2000" dirty="0"/>
              <a:t>PBL-II:</a:t>
            </a:r>
            <a:r>
              <a:rPr sz="2000" dirty="0"/>
              <a:t> SYNOPSIS</a:t>
            </a:r>
            <a:r>
              <a:rPr lang="en-US" sz="2000" dirty="0"/>
              <a:t> Presentation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149156" y="2454475"/>
            <a:ext cx="41296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“PROJECT TITL</a:t>
            </a:r>
            <a:r>
              <a:rPr lang="en-US" sz="4000" dirty="0"/>
              <a:t>E</a:t>
            </a:r>
            <a:r>
              <a:rPr sz="4000" dirty="0"/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40" y="5256460"/>
            <a:ext cx="269452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Guided By:</a:t>
            </a:r>
          </a:p>
          <a:p>
            <a:pPr algn="ctr"/>
            <a:r>
              <a:rPr dirty="0"/>
              <a:t>Guide Name</a:t>
            </a:r>
          </a:p>
          <a:p>
            <a:pPr algn="ctr"/>
            <a:r>
              <a:rPr dirty="0"/>
              <a:t>Designation,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1142" y="5533459"/>
            <a:ext cx="24974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Industry / Organization:</a:t>
            </a:r>
          </a:p>
          <a:p>
            <a:pPr algn="ctr"/>
            <a:r>
              <a:rPr lang="en-US" dirty="0"/>
              <a:t>Industry Mentor: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861527" y="3876318"/>
            <a:ext cx="246894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/>
              <a:t>Student Name 1 – PRN XXXXX</a:t>
            </a:r>
          </a:p>
          <a:p>
            <a:pPr algn="ctr"/>
            <a:r>
              <a:rPr sz="1400" dirty="0"/>
              <a:t>Student Name 2 – PRN XXXXX</a:t>
            </a:r>
          </a:p>
          <a:p>
            <a:pPr algn="ctr"/>
            <a:r>
              <a:rPr sz="1400" dirty="0"/>
              <a:t>Student Name 3 – PRN XXXXX</a:t>
            </a:r>
          </a:p>
          <a:p>
            <a:pPr algn="ctr"/>
            <a:r>
              <a:rPr sz="1400" dirty="0"/>
              <a:t>Student Name 4 – PRN XXXXX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29" y="3452516"/>
            <a:ext cx="302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dirty="0"/>
              <a:t>Group Number:</a:t>
            </a:r>
            <a:r>
              <a:rPr lang="en-US" dirty="0"/>
              <a:t> </a:t>
            </a:r>
            <a:r>
              <a:rPr dirty="0"/>
              <a:t>Group –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6498491"/>
            <a:ext cx="50561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 dirty="0"/>
              <a:t>Department of Computer Engineering | Academic Year 2025–26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846C6-FF62-0B80-1678-62EAA0AB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32" y="129622"/>
            <a:ext cx="7208535" cy="1182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0C93-2A17-E60D-4071-AD81D056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EFBB0-906E-4F07-6031-67B411B35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3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F88F-924A-C826-A895-C885EA98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1382-9E60-14F4-7808-5B43BDFF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1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CFDB-F0FB-0C3B-23DA-3E773776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 and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78C7E-0CAD-D54A-355C-3C2834D0E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3CF4-18C9-51B9-2F5D-712DEC96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/ Desired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F60CC-0001-86E4-3F5E-BCDADECAB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3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E308-B38C-B03E-40D1-199884D7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F10F-89F9-7E53-2B77-27389DE6D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78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Problem Statement and Objectives</vt:lpstr>
      <vt:lpstr>Literature Survey</vt:lpstr>
      <vt:lpstr>Proposed Methodology and System Architecture</vt:lpstr>
      <vt:lpstr>Expected / Desired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Ranjeet Bidwe</dc:creator>
  <cp:lastModifiedBy>Ranjeet Bidwe</cp:lastModifiedBy>
  <cp:revision>4</cp:revision>
  <dcterms:created xsi:type="dcterms:W3CDTF">2026-01-16T09:37:22Z</dcterms:created>
  <dcterms:modified xsi:type="dcterms:W3CDTF">2026-01-16T11:04:37Z</dcterms:modified>
</cp:coreProperties>
</file>